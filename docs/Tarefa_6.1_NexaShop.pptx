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FB3D6"/>
                </a:solidFill>
              </a:rPr>
              <a:t>NexaShop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FB8"/>
                </a:solidFill>
              </a:rPr>
              <a:t>Bloco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715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Ponte para a próxima aula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63440" y="2103120"/>
            <a:ext cx="6949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B2A4A"/>
                </a:solidFill>
              </a:rPr>
              <a:t>Uma pergunta que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B2A4A"/>
                </a:solidFill>
              </a:rPr>
              <a:t>ainda não conseguimos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B2A4A"/>
                </a:solidFill>
              </a:rPr>
              <a:t>responder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663440" y="45720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06B"/>
                </a:solidFill>
              </a:rPr>
              <a:t>Tarefa 6.1 — Consultas SQL com MySQL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50292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73"/>
                </a:solidFill>
              </a:rPr>
              <a:t>Christopher Steudel  •  Danillo de Souza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7F73"/>
                </a:solidFill>
              </a:rPr>
              <a:t>A pergunta que travou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E7F3F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4300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B2A4A"/>
                </a:solidFill>
              </a:rPr>
              <a:t>“Quais categorias de produto concentram</a:t>
            </a:r>
            <a:endParaRPr lang="en-US" sz="30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B2A4A"/>
                </a:solidFill>
              </a:rPr>
              <a:t>mais avaliações ruins?”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4506B"/>
                </a:solidFill>
              </a:rPr>
              <a:t>Essa é uma pergunta real de negócio: o time de qualidade da NexaShop precisaria dessa informação para saber em quais categorias investigar problemas de satisfação do cliente. Tentamos responder essa pergunta com o que aprendemos até agora — SELECT, WHERE, GROUP BY — mas não conseguimos, usando apenas uma tabela.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13892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Por que essa pergunta é boa para mostrar o limite atual?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46811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4506B"/>
                </a:solidFill>
              </a:rPr>
              <a:t>Porque ela não depende de só duas tabelas — depende de três, ligadas em cadeia. Isso mostra que entendemos a estrutura completa do banco, não só o básico.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7F73"/>
                </a:solidFill>
              </a:rPr>
              <a:t>Onde está cada informação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</a:rPr>
              <a:t>As duas informações que precisamos estão em tabelas diferentes — e sem ligação direta entre si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200400" cy="2468880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9050">
            <a:solidFill>
              <a:srgbClr val="C97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C97B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Tem a NOTA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avaliacoes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06B"/>
                </a:solidFill>
              </a:rPr>
              <a:t>Guarda a nota de cada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06B"/>
                </a:solidFill>
              </a:rPr>
              <a:t>avaliação (1 a 5) e o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06B"/>
                </a:solidFill>
              </a:rPr>
              <a:t>pedido_id do pedido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06B"/>
                </a:solidFill>
              </a:rPr>
              <a:t>avaliado.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995928" y="2898648"/>
            <a:ext cx="557784" cy="329184"/>
          </a:xfrm>
          <a:prstGeom prst="rightArrow">
            <a:avLst/>
          </a:prstGeom>
          <a:solidFill>
            <a:srgbClr val="AEB8C9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828800"/>
            <a:ext cx="3200400" cy="2468880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9050">
            <a:solidFill>
              <a:srgbClr val="1E7F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205740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1E7F73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057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É a PONTE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pedidos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31089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06B"/>
                </a:solidFill>
              </a:rPr>
              <a:t>É a tabela do meio: liga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06B"/>
                </a:solidFill>
              </a:rPr>
              <a:t>cada pedido a um cliente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06B"/>
                </a:solidFill>
              </a:rPr>
              <a:t>(cliente_id) e a um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06B"/>
                </a:solidFill>
              </a:rPr>
              <a:t>produto (produto_id).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73568" y="2898648"/>
            <a:ext cx="557784" cy="329184"/>
          </a:xfrm>
          <a:prstGeom prst="rightArrow">
            <a:avLst/>
          </a:prstGeom>
          <a:solidFill>
            <a:srgbClr val="AEB8C9"/>
          </a:solidFill>
          <a:ln/>
        </p:spPr>
      </p:sp>
      <p:sp>
        <p:nvSpPr>
          <p:cNvPr id="16" name="Shape 14"/>
          <p:cNvSpPr/>
          <p:nvPr/>
        </p:nvSpPr>
        <p:spPr>
          <a:xfrm>
            <a:off x="8641080" y="1828800"/>
            <a:ext cx="3200400" cy="2468880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0" y="205740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0" y="2057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Tem a CATEGORIA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23960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produtos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23960" y="31089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06B"/>
                </a:solidFill>
              </a:rPr>
              <a:t>Guarda a categoria,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06B"/>
                </a:solidFill>
              </a:rPr>
              <a:t>o nome, a marca e o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06B"/>
                </a:solidFill>
              </a:rPr>
              <a:t>preço de cada produto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06B"/>
                </a:solidFill>
              </a:rPr>
              <a:t>do catálogo.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4617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44506B"/>
                </a:solidFill>
              </a:rPr>
              <a:t>Repare: avaliacoes não tem nenhuma coluna de categoria, e produtos não tem nenhuma coluna de nota. O único jeito de ligar as duas pontas é passando pela tabela pedidos no meio.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7F73"/>
                </a:solidFill>
              </a:rPr>
              <a:t>Por que não conseguimos responder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B2A4A"/>
                </a:solidFill>
              </a:rPr>
              <a:t>O comando SELECT que usamos até agora só consegue ler os dados de UMA tabela por vez.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21031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Se consultarmos só avaliacoes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44144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4506B"/>
                </a:solidFill>
              </a:rPr>
              <a:t>vemos as notas de cada avaliação, mas nenhuma informação sobre o produto ou a categoria.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3375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Se consultarmos só produtos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67588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4506B"/>
                </a:solidFill>
              </a:rPr>
              <a:t>vemos a categoria de cada item do catálogo, mas nenhuma nota de avaliação associada a ele.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5720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Não existe uma terceira opção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91032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4506B"/>
                </a:solidFill>
              </a:rPr>
              <a:t>com uma tabela só — seria preciso reunir dados de avaliacoes, pedidos e produtos ao mesmo tempo, em uma única resposta.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FB3D6"/>
                </a:solidFill>
              </a:rPr>
              <a:t>O que essa limitação antecipa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Essa é exatamente a situação que motiva a próxima aula.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2011680"/>
          </a:xfrm>
          <a:prstGeom prst="roundRect">
            <a:avLst>
              <a:gd name="adj" fmla="val 5455"/>
            </a:avLst>
          </a:prstGeom>
          <a:solidFill>
            <a:srgbClr val="2434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97B2E"/>
                </a:solidFill>
              </a:rPr>
              <a:t>JOIN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FFFFFF"/>
                </a:solidFill>
              </a:rPr>
              <a:t>  — é o comando que vamos aprender e que permite "colar" duas tabelas lado a lado, linha por linha, casando uma coluna de uma tabela com a coluna correspondente da outra (por exemplo, pedidos.produto_id com produtos.id).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D4EA"/>
                </a:solidFill>
              </a:rPr>
              <a:t>Nesta pergunta, precisaríamos de dois JOINs em sequência: avaliacoes → pedidos → produtos. Sem essa ferramenta, ficamos sempre presos a responder perguntas dentro de uma tabela isolada, mesmo quando a resposta real está espalhada pela base inteira.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B8"/>
                </a:solidFill>
              </a:rPr>
              <a:t>Christopher Steudel  •  Danillo de Souza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2026-08-20T22:11:49Z</dcterms:created>
  <dcterms:modified xsi:type="dcterms:W3CDTF">2026-08-20T22:11:49Z</dcterms:modified>
</cp:coreProperties>
</file>